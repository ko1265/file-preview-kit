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 standalone="yes"?>
<p:presentation xmlns:p="http://schemas.openxmlformats.org/presentationml/2006/main">
  <p:sldIdLst><p:sldId id="256" r:id="rId1"/></p:sldIdLst>
</p:presentation>
</file>

<file path=ppt/slides/slide1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Local Office PPTX</a:t>
            </a:r>
          </a:p>
          <a:p>
            <a:r>
              <a:t>Screenshot sample</a:t>
            </a:r>
          </a:p>
        </p:txBody>
      </p:sp>
    </p:spTree>
  </p:cSld>
</p:sld>
</file>